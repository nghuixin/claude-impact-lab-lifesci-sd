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(0:00). Introduce the kit in one sentence: three offline tools that help people pause and check before pasting anything into an AI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0:00-0:20. Most people aren't careless; they just lack a quick check before they paste.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0:20-0:40. Three things in one file. Emphasize it runs offline and nothing pasted leaves the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0:40-1:10. Verdicts, highlights, redacted copy, local-only watchlist.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1:10-1:30. Four questions, four outcomes. Stress that 'Don't know' never counts as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1:30-1:50. Demo: trial_sites.md gives Stop, then the prose example gives Clear. Together they show what it catches and what it misses. Do not make claims about Anthropic data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1:50-2:00. Close with the habit: pause and check before you paste.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F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Protect-Data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Check before you paste: offline tools for keeping proprietary science out of AI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Paste-checker  |  Decision tree  |  Synthetic datasets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4FA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>
                <a:solidFill>
                  <a:srgbClr val="1B1B1F"/>
                </a:solidFill>
                <a:latin typeface="Calibri"/>
              </a:rPr>
              <a:t>•  Life sciences teams want to use AI.</a:t>
            </a:r>
          </a:p>
          <a:p>
            <a:pPr>
              <a:spcAft>
                <a:spcPts val="1200"/>
              </a:spcAft>
            </a:pPr>
            <a:r>
              <a:rPr sz="2800">
                <a:solidFill>
                  <a:srgbClr val="1B1B1F"/>
                </a:solidFill>
                <a:latin typeface="Calibri"/>
              </a:rPr>
              <a:t>•  One careless paste can leak a sequence, a structure, assay results, patient identifiers, or an API key.</a:t>
            </a:r>
          </a:p>
          <a:p>
            <a:pPr>
              <a:spcAft>
                <a:spcPts val="1200"/>
              </a:spcAft>
            </a:pPr>
            <a:r>
              <a:rPr sz="2800">
                <a:solidFill>
                  <a:srgbClr val="1B1B1F"/>
                </a:solidFill>
                <a:latin typeface="Calibri"/>
              </a:rPr>
              <a:t>•  Most people are not careless. They have no quick way to check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4FA0"/>
                </a:solidFill>
                <a:latin typeface="Calibri"/>
              </a:rPr>
              <a:t>What we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A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FA0"/>
                </a:solidFill>
                <a:latin typeface="Calibri"/>
              </a:rPr>
              <a:t>Paste-checker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>Flags likely sensitive content and makes a redacted copy.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4747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A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7451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FA0"/>
                </a:solidFill>
                <a:latin typeface="Calibri"/>
              </a:rP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>Four questions that end in one of four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4747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A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7451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FA0"/>
                </a:solidFill>
                <a:latin typeface="Calibri"/>
              </a:rPr>
              <a:t>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1460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>Safe files to practice on. All invented.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1B1F"/>
                </a:solidFill>
                <a:latin typeface="Calibri"/>
              </a:rPr>
              <a:t>One index.html file. Opens from disk. No network calls, no analytics, no hosting. Nothing you paste leaves the tab.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4FA0"/>
                </a:solidFill>
                <a:latin typeface="Calibri"/>
              </a:rPr>
              <a:t>The paste-checker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4A55"/>
                </a:solidFill>
                <a:latin typeface="Calibri"/>
              </a:rPr>
              <a:t>Detects: sequences, SMILES/InChI structures, assay values, PHI-shaped data, secrets, internal IDs, your watchlist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B00020"/>
                </a:solidFill>
                <a:latin typeface="Calibri"/>
              </a:rPr>
              <a:t>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3108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>Any high-severity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8A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8A5A00"/>
                </a:solidFill>
                <a:latin typeface="Calibri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63240"/>
            <a:ext cx="3108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>Medium or watchlist matches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A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6B2F"/>
                </a:solidFill>
                <a:latin typeface="Calibri"/>
              </a:rPr>
              <a:t>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063240"/>
            <a:ext cx="3108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>No matches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B1B1F"/>
                </a:solidFill>
                <a:latin typeface="Calibri"/>
              </a:rPr>
              <a:t>•  Highlights each match and explains why it was flagged.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B1B1F"/>
                </a:solidFill>
                <a:latin typeface="Calibri"/>
              </a:rPr>
              <a:t>•  Produces a separate redacted copy with typed placeholders: [SEQUENCE], [PHI], [SECRET]. Your original is never altered.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B1B1F"/>
                </a:solidFill>
                <a:latin typeface="Calibri"/>
              </a:rPr>
              <a:t>•  Watchlist and ID formats stay in your browser. Export and import as a rules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4FA0"/>
                </a:solidFill>
                <a:latin typeface="Calibri"/>
              </a:rPr>
              <a:t>The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FA0"/>
                </a:solidFill>
                <a:latin typeface="Calibri"/>
              </a:rPr>
              <a:t>What is it?  &gt;  Is it de-identified?  &gt;  Where is it going?  &gt;  Is there an agreement?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A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6B2F"/>
                </a:solidFill>
                <a:latin typeface="Calibri"/>
              </a:rPr>
              <a:t>OK 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46888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A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6B2F"/>
                </a:solidFill>
                <a:latin typeface="Calibri"/>
              </a:rPr>
              <a:t>OK after redacting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8A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8A5A00"/>
                </a:solidFill>
                <a:latin typeface="Calibri"/>
              </a:rPr>
              <a:t>Approved environment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46888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B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60604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B00020"/>
                </a:solidFill>
                <a:latin typeface="Calibri"/>
              </a:rPr>
              <a:t>Don't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461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B1F"/>
                </a:solidFill>
                <a:latin typeface="Calibri"/>
              </a:rPr>
              <a:t>"Don't know" is never treated as yes. It routes to "Only in an approved environment."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55"/>
                </a:solidFill>
                <a:latin typeface="Calibri"/>
              </a:rPr>
              <a:t>Guidance to help you think it through, not legal or compliance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4FA0"/>
                </a:solidFill>
                <a:latin typeface="Calibri"/>
              </a:rPr>
              <a:t>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B00020"/>
                </a:solidFill>
                <a:latin typeface="Calibri"/>
              </a:rPr>
              <a:t>"Clear" means no matches found. It does not mean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B1B1F"/>
                </a:solidFill>
                <a:latin typeface="Calibri"/>
              </a:rPr>
              <a:t>•  Live example: a sentence about unpublished results in plain prose comes back Clear.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B1B1F"/>
                </a:solidFill>
                <a:latin typeface="Calibri"/>
              </a:rPr>
              <a:t>•  It cannot read images, screenshots, or attachments.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B1B1F"/>
                </a:solidFill>
                <a:latin typeface="Calibri"/>
              </a:rPr>
              <a:t>•  It cannot catch terms that are not on your watchlist.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B1B1F"/>
                </a:solidFill>
                <a:latin typeface="Calibri"/>
              </a:rPr>
              <a:t>•  It is advisory. It cannot stop you from pasting elsewhere.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F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Pause. Check. Then paste.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Try it on the synthetic files, all labeled "SYNTHETIC, not real data". Never your own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